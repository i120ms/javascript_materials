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7" r:id="rId21"/>
    <p:sldId id="280" r:id="rId22"/>
    <p:sldId id="279" r:id="rId23"/>
    <p:sldId id="276" r:id="rId24"/>
    <p:sldId id="281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82" r:id="rId35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3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EC3EACD-758A-486A-A2FC-025FDD134B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E59D772-D358-49BD-AF27-F148EBD3A1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CF7E967-5597-409F-ACE1-FB73C3D25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83F8-7BBA-4714-A0E0-63B2BFBC0855}" type="datetimeFigureOut">
              <a:rPr lang="pl-PL" smtClean="0"/>
              <a:t>18.10.2025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2384432-9E75-483F-A3C7-62FEF7B80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CDF028F-3232-4DE4-A2BE-7C77B1F6B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C0DC2-008C-490F-9E0A-EA7BBAC9C4C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90999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A32FC72-42CE-40AE-ABF6-D2CC4BA0B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9F86096-BC98-4EB5-AA6E-1AD198E32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1E43F17-4102-47C4-BDAE-F2DF9D8D1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83F8-7BBA-4714-A0E0-63B2BFBC0855}" type="datetimeFigureOut">
              <a:rPr lang="pl-PL" smtClean="0"/>
              <a:t>18.10.2025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61BD652-D6CA-4812-B98E-95A6491F9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AEAEB5E-1F93-4594-962B-EE77E3A4C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C0DC2-008C-490F-9E0A-EA7BBAC9C4C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32093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0074697-6ADF-486B-8CFC-266D6358A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7470DD7-6CB2-44CC-92D2-EF73EF20E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18B3290-5DE9-4010-8898-7BB883846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83F8-7BBA-4714-A0E0-63B2BFBC0855}" type="datetimeFigureOut">
              <a:rPr lang="pl-PL" smtClean="0"/>
              <a:t>18.10.2025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1031FC5-7F2E-4C1F-B6B7-3717437B1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2022E74-593C-4C03-B272-095084679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C0DC2-008C-490F-9E0A-EA7BBAC9C4C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59112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DD2F205-3622-4737-862A-537EAB460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961A74E-2F7D-4E44-A6FF-754B026283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F58BF850-15E7-45BC-AF84-6DEB18D001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EF89B2C3-E58C-48F2-BBFE-808FAED35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83F8-7BBA-4714-A0E0-63B2BFBC0855}" type="datetimeFigureOut">
              <a:rPr lang="pl-PL" smtClean="0"/>
              <a:t>18.10.2025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0E4613E8-A762-4824-9DE8-B48203AB9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E6BEC4F8-2817-4BC8-A26A-302FF3AA6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C0DC2-008C-490F-9E0A-EA7BBAC9C4C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25413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DC9B635-8B19-4444-AB13-73D8173C1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7836CE7-EEE9-49EB-95C5-19E13BE32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029D867E-FEFB-4429-BEB5-D2A77BC23D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57AA5EF8-F3CC-4345-A5A2-A374F422FF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E1111174-7BE6-4618-B3BA-8203003986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3FEFF8B2-374E-4C38-B15F-0E26EFD3D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83F8-7BBA-4714-A0E0-63B2BFBC0855}" type="datetimeFigureOut">
              <a:rPr lang="pl-PL" smtClean="0"/>
              <a:t>18.10.2025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EA4A11DF-820D-40C5-A1D2-42321770A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D20FD8A3-645B-474A-96E5-E5B19BC7F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C0DC2-008C-490F-9E0A-EA7BBAC9C4C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47499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D816354-EBA7-444F-A500-E97E14ECC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EC992494-67DB-4DBD-865A-074A1AD65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83F8-7BBA-4714-A0E0-63B2BFBC0855}" type="datetimeFigureOut">
              <a:rPr lang="pl-PL" smtClean="0"/>
              <a:t>18.10.2025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73AEB9F4-4ACE-4692-8568-7BF5BE0D4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0C02BAD3-014A-4063-BBC3-78B9A2B74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C0DC2-008C-490F-9E0A-EA7BBAC9C4C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90698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7FD43FF8-3D65-480A-A5C7-9B579C712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83F8-7BBA-4714-A0E0-63B2BFBC0855}" type="datetimeFigureOut">
              <a:rPr lang="pl-PL" smtClean="0"/>
              <a:t>18.10.2025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B7B15396-CF7F-4304-958E-76847F686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FB4B84E6-37DD-4056-8E65-0455421B5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C0DC2-008C-490F-9E0A-EA7BBAC9C4C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01440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8C3D193-973E-4B7A-B5C4-12F2F0108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A5C7913-2CBA-4F32-9D3E-4470BAF6F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ADB6A961-CB22-4692-B44B-33B0EF43C0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F8B46C5A-2E8C-4A1F-B37B-A99B40CC1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83F8-7BBA-4714-A0E0-63B2BFBC0855}" type="datetimeFigureOut">
              <a:rPr lang="pl-PL" smtClean="0"/>
              <a:t>18.10.2025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7BDF924F-17DF-472B-9B14-D1E91D95A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C4D57AA-7C71-4945-AFC1-47B2BB20F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C0DC2-008C-490F-9E0A-EA7BBAC9C4C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58907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296D5B0-76CA-47F8-9929-D3485A496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8BFB9B63-3FD4-4EE6-BE50-FBBF0F7834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A2CAC779-41D7-4966-94A1-FBB4D3CEE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D3EE2AF5-34F0-44D1-A2E5-642A53884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83F8-7BBA-4714-A0E0-63B2BFBC0855}" type="datetimeFigureOut">
              <a:rPr lang="pl-PL" smtClean="0"/>
              <a:t>18.10.2025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7A4792AA-6492-42FB-86B6-5E96BE26D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E733114C-4609-46A9-B063-3474B6FC3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C0DC2-008C-490F-9E0A-EA7BBAC9C4C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14058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426FE8E-0C50-428E-845A-218DE2D30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0FF0C889-B968-4669-8E3F-7183F5677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54920F1-AF0C-44DC-8E55-87AFED116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83F8-7BBA-4714-A0E0-63B2BFBC0855}" type="datetimeFigureOut">
              <a:rPr lang="pl-PL" smtClean="0"/>
              <a:t>18.10.2025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CB7B391-F123-476E-86CE-4676B440E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180D90F-7CF6-4DFB-A1A8-02D845406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C0DC2-008C-490F-9E0A-EA7BBAC9C4C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75920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E0775709-4574-44FF-9CD3-157D96EF14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8EB42C96-53D7-4492-B26F-4B42B29B05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3451DDF-A300-42BD-9A84-E52A9E6AA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683F8-7BBA-4714-A0E0-63B2BFBC0855}" type="datetimeFigureOut">
              <a:rPr lang="pl-PL" smtClean="0"/>
              <a:t>18.10.2025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6138E1D-41CF-4162-A7A2-510A44570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BBE8DFA-7B27-4F2C-A0D1-833D8005D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C0DC2-008C-490F-9E0A-EA7BBAC9C4C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05744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C7C13254-3195-46DD-83A6-DD383E3B4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3354A23-FBF7-4987-B31B-B5F25E7CE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75A3F8D-E302-4A14-B591-02E3BD7983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8683F8-7BBA-4714-A0E0-63B2BFBC0855}" type="datetimeFigureOut">
              <a:rPr lang="pl-PL" smtClean="0"/>
              <a:t>18.10.2025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2477019-6BCF-481C-9E46-2EB0CE361C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D62A99B-817A-45B7-A7DF-5D91088BD6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C0DC2-008C-490F-9E0A-EA7BBAC9C4C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40647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A7BDC62-D8A3-4404-8B40-45CBE8C1E3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 INF.03-02-24.06-SG 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8F60B35-3C10-4FE3-856E-03C08E37BD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45858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CFCFE38-2E83-4BE8-ACE8-8D51B80AA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Grafika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523E5A3-7B8A-49FB-BADB-0B83DDF1E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 err="1"/>
              <a:t>Dd</a:t>
            </a:r>
            <a:endParaRPr lang="pl-PL" dirty="0"/>
          </a:p>
          <a:p>
            <a:endParaRPr lang="pl-PL"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98F0CAA1-8405-4930-A408-AE48826DD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492" y="1643706"/>
            <a:ext cx="11041016" cy="1019317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C9D01549-4CCC-44F7-B38D-6F575A4A4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226" y="2945875"/>
            <a:ext cx="5297550" cy="3732095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8A21876C-CC0C-42A1-BBC5-5B9DC9D6D6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003" y="2899906"/>
            <a:ext cx="3000794" cy="327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098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536E768-087C-4D6E-9FCB-E253324CF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Witryna - początek</a:t>
            </a:r>
          </a:p>
        </p:txBody>
      </p:sp>
      <p:pic>
        <p:nvPicPr>
          <p:cNvPr id="4" name="Symbol zastępczy zawartości 3">
            <a:extLst>
              <a:ext uri="{FF2B5EF4-FFF2-40B4-BE49-F238E27FC236}">
                <a16:creationId xmlns:a16="http://schemas.microsoft.com/office/drawing/2014/main" id="{83BFCF2C-07E0-48BD-9AE0-99579C38DC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238" y="1647576"/>
            <a:ext cx="9078592" cy="1781424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35D874CD-686D-4902-92AF-FFBB466FD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658791"/>
            <a:ext cx="10871200" cy="2836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340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07318EB-D5FE-4877-A4D7-881117259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856" y="59795"/>
            <a:ext cx="10515600" cy="1325563"/>
          </a:xfrm>
        </p:spPr>
        <p:txBody>
          <a:bodyPr/>
          <a:lstStyle/>
          <a:p>
            <a:r>
              <a:rPr lang="pl-PL" dirty="0"/>
              <a:t>Podział strony na bloki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60D7D4A-A0CD-4F7A-BF6C-C062FD7464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133" y="138535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pl-PL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</a:t>
            </a:r>
            <a:r>
              <a:rPr lang="pl-PL" dirty="0"/>
              <a:t> wystylizowany zostanie jako </a:t>
            </a:r>
            <a:r>
              <a:rPr lang="pl-PL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display:flex</a:t>
            </a:r>
            <a:r>
              <a:rPr lang="pl-PL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</a:p>
          <a:p>
            <a:pPr marL="0" indent="0">
              <a:buNone/>
            </a:pPr>
            <a:endParaRPr lang="pl-PL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64DD9B45-30EB-4D44-8835-823DA7E9A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56" y="2182209"/>
            <a:ext cx="10945753" cy="1057423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69F0943D-F0EA-4B55-9A24-B001BAF64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719" y="3239632"/>
            <a:ext cx="7651548" cy="346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144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04AB527-A258-4328-8245-65BACC382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Baner</a:t>
            </a:r>
          </a:p>
        </p:txBody>
      </p:sp>
      <p:pic>
        <p:nvPicPr>
          <p:cNvPr id="4" name="Symbol zastępczy zawartości 3">
            <a:extLst>
              <a:ext uri="{FF2B5EF4-FFF2-40B4-BE49-F238E27FC236}">
                <a16:creationId xmlns:a16="http://schemas.microsoft.com/office/drawing/2014/main" id="{9A6B5782-2FE9-4A8B-ADD8-88448078B4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4508" y="2010546"/>
            <a:ext cx="6820852" cy="323895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DC746E93-A33C-43E8-8A03-A1F71FF25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0453" y="2752630"/>
            <a:ext cx="6152234" cy="2217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353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01C8614-2C63-4E5B-BEB6-15639DA28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Blok boczny</a:t>
            </a:r>
          </a:p>
        </p:txBody>
      </p:sp>
      <p:pic>
        <p:nvPicPr>
          <p:cNvPr id="4" name="Symbol zastępczy zawartości 3">
            <a:extLst>
              <a:ext uri="{FF2B5EF4-FFF2-40B4-BE49-F238E27FC236}">
                <a16:creationId xmlns:a16="http://schemas.microsoft.com/office/drawing/2014/main" id="{D96DDA39-7819-4D3A-9DE0-976C8DFD97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71342"/>
            <a:ext cx="10515600" cy="3059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688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2A4E9A1-D86C-4253-B3E5-4C79A3F53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Blok boczny</a:t>
            </a:r>
          </a:p>
        </p:txBody>
      </p:sp>
      <p:pic>
        <p:nvPicPr>
          <p:cNvPr id="4" name="Symbol zastępczy zawartości 3">
            <a:extLst>
              <a:ext uri="{FF2B5EF4-FFF2-40B4-BE49-F238E27FC236}">
                <a16:creationId xmlns:a16="http://schemas.microsoft.com/office/drawing/2014/main" id="{4B0DC46A-4F9C-48F8-B57E-11D6D78553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211" y="1291727"/>
            <a:ext cx="5744377" cy="3353268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88C711EC-812F-495E-A643-8002343EF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78" y="4301068"/>
            <a:ext cx="7513577" cy="2401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98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69DF8AB-E6DC-4845-A115-3E25407E6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Blok główny</a:t>
            </a:r>
          </a:p>
        </p:txBody>
      </p:sp>
      <p:pic>
        <p:nvPicPr>
          <p:cNvPr id="4" name="Symbol zastępczy zawartości 3">
            <a:extLst>
              <a:ext uri="{FF2B5EF4-FFF2-40B4-BE49-F238E27FC236}">
                <a16:creationId xmlns:a16="http://schemas.microsoft.com/office/drawing/2014/main" id="{E5EA8E63-CAF7-4352-8EE5-534065B0DA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8467" y="1459455"/>
            <a:ext cx="7408333" cy="2212210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F4500AD9-2C4B-43BF-B87D-6CEB621A6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47" y="3860800"/>
            <a:ext cx="11534778" cy="289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81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84A5477-D554-4DBA-9E37-4FB9B6DD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Aktualny widok witryny:</a:t>
            </a:r>
          </a:p>
        </p:txBody>
      </p:sp>
      <p:pic>
        <p:nvPicPr>
          <p:cNvPr id="4" name="Symbol zastępczy zawartości 3">
            <a:extLst>
              <a:ext uri="{FF2B5EF4-FFF2-40B4-BE49-F238E27FC236}">
                <a16:creationId xmlns:a16="http://schemas.microsoft.com/office/drawing/2014/main" id="{69DB6824-2B5A-4E75-A4F5-5E35C35804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7311" y="1574800"/>
            <a:ext cx="10426421" cy="4792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26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9FA445C-BFAF-43EA-939C-15A2ECB4D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866" y="2766218"/>
            <a:ext cx="2929467" cy="1325563"/>
          </a:xfrm>
        </p:spPr>
        <p:txBody>
          <a:bodyPr/>
          <a:lstStyle/>
          <a:p>
            <a:r>
              <a:rPr lang="pl-PL" dirty="0"/>
              <a:t>Blok czatu</a:t>
            </a:r>
          </a:p>
        </p:txBody>
      </p:sp>
      <p:pic>
        <p:nvPicPr>
          <p:cNvPr id="4" name="Symbol zastępczy zawartości 3">
            <a:extLst>
              <a:ext uri="{FF2B5EF4-FFF2-40B4-BE49-F238E27FC236}">
                <a16:creationId xmlns:a16="http://schemas.microsoft.com/office/drawing/2014/main" id="{49B5AEC3-F1B5-41E8-9F29-ADB108F1FF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8258" y="166688"/>
            <a:ext cx="10498015" cy="1419423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229C4FA2-0480-427B-813D-9BB532D2B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0473" y="1835395"/>
            <a:ext cx="7363853" cy="406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215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3CBC4E4-67C6-46D9-B801-DE93F6652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Stop</a:t>
            </a:r>
          </a:p>
        </p:txBody>
      </p:sp>
      <p:pic>
        <p:nvPicPr>
          <p:cNvPr id="4" name="Symbol zastępczy zawartości 3">
            <a:extLst>
              <a:ext uri="{FF2B5EF4-FFF2-40B4-BE49-F238E27FC236}">
                <a16:creationId xmlns:a16="http://schemas.microsoft.com/office/drawing/2014/main" id="{6B0113B5-69B9-4F6A-932C-754B71896D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5066" y="1826760"/>
            <a:ext cx="10515600" cy="708399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25D8CECC-EFA5-4613-8758-F23D1AA53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606190"/>
            <a:ext cx="4829849" cy="11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76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7C26654-AC24-43E3-8835-6CBC4C667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CSS</a:t>
            </a:r>
          </a:p>
        </p:txBody>
      </p:sp>
      <p:pic>
        <p:nvPicPr>
          <p:cNvPr id="4" name="Symbol zastępczy zawartości 3">
            <a:extLst>
              <a:ext uri="{FF2B5EF4-FFF2-40B4-BE49-F238E27FC236}">
                <a16:creationId xmlns:a16="http://schemas.microsoft.com/office/drawing/2014/main" id="{5143D971-4A0E-4B11-BB2E-D5E3DFF991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700867"/>
            <a:ext cx="10515600" cy="979151"/>
          </a:xfrm>
          <a:prstGeom prst="rect">
            <a:avLst/>
          </a:prstGeom>
        </p:spPr>
      </p:pic>
      <p:cxnSp>
        <p:nvCxnSpPr>
          <p:cNvPr id="6" name="Łącznik prosty 5">
            <a:extLst>
              <a:ext uri="{FF2B5EF4-FFF2-40B4-BE49-F238E27FC236}">
                <a16:creationId xmlns:a16="http://schemas.microsoft.com/office/drawing/2014/main" id="{3F4B043A-A1A8-448B-B686-5FFEC1FDADFE}"/>
              </a:ext>
            </a:extLst>
          </p:cNvPr>
          <p:cNvCxnSpPr/>
          <p:nvPr/>
        </p:nvCxnSpPr>
        <p:spPr>
          <a:xfrm>
            <a:off x="3649133" y="4157133"/>
            <a:ext cx="309033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01680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AFE86FC-E312-4255-B889-A968F80B7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666" y="1812925"/>
            <a:ext cx="3987800" cy="1325563"/>
          </a:xfrm>
        </p:spPr>
        <p:txBody>
          <a:bodyPr/>
          <a:lstStyle/>
          <a:p>
            <a:r>
              <a:rPr lang="pl-PL" dirty="0"/>
              <a:t>Definiowanie stylów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9C2A8C9-03B6-457C-8D06-0154CEE2E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08867"/>
            <a:ext cx="4572000" cy="313266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pl-PL" dirty="0"/>
              <a:t>Szerokość banera zostanie ustawiona w kontenerze nadrzędnym: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36EA362F-B404-46F7-9FDA-9BA9610A1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011" y="181122"/>
            <a:ext cx="10516511" cy="999831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237AAE0B-1BC6-43BF-8B62-528E4BF3C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4930" y="1092199"/>
            <a:ext cx="4978797" cy="532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138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F49DE6A-7F3F-4FF3-917B-760AB9E76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1702859"/>
            <a:ext cx="4334933" cy="1325563"/>
          </a:xfrm>
        </p:spPr>
        <p:txBody>
          <a:bodyPr/>
          <a:lstStyle/>
          <a:p>
            <a:r>
              <a:rPr lang="pl-PL" dirty="0"/>
              <a:t>Definiowanie stylów cd.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2249AF0-3876-482A-9B0A-615E5417A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27400"/>
            <a:ext cx="3361267" cy="475456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pl-PL" dirty="0"/>
              <a:t>Szerokość została zdefiniowana w kontenerze nadrzędnym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70ED2CBB-F0C8-474E-85EF-53FBBE46D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507" y="528615"/>
            <a:ext cx="6096851" cy="314369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A0F539C1-6D38-49F7-969A-34A91981F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2511" y="1691217"/>
            <a:ext cx="4282949" cy="4142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5433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40DB5D1-98B7-4F04-B608-D2F7023E8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2907507"/>
            <a:ext cx="4546600" cy="1325563"/>
          </a:xfrm>
        </p:spPr>
        <p:txBody>
          <a:bodyPr/>
          <a:lstStyle/>
          <a:p>
            <a:r>
              <a:rPr lang="pl-PL" dirty="0"/>
              <a:t>Definiowanie stylów cd.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7FF8FCDE-8D5A-4013-B0FF-2E810BB6D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452" y="484666"/>
            <a:ext cx="11025381" cy="920801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95043B9E-4E6E-45B9-9152-9733A50A9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291" y="1986756"/>
            <a:ext cx="5144218" cy="378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0828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AC4A0D9-22CC-4BFB-A48A-D6B8C1A2A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Definiowanie stylów cd.</a:t>
            </a:r>
          </a:p>
        </p:txBody>
      </p:sp>
      <p:pic>
        <p:nvPicPr>
          <p:cNvPr id="4" name="Symbol zastępczy zawartości 3">
            <a:extLst>
              <a:ext uri="{FF2B5EF4-FFF2-40B4-BE49-F238E27FC236}">
                <a16:creationId xmlns:a16="http://schemas.microsoft.com/office/drawing/2014/main" id="{07103DD9-CCDF-4342-8C79-0A6A9AA41B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7542" y="1774539"/>
            <a:ext cx="10022057" cy="305435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091EDF0B-E8BD-4AAC-B5D0-E35487901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685" y="2774841"/>
            <a:ext cx="4039164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2263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955AC5C-C760-4A81-842B-AAC83DF41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Definiowanie stylów cd.</a:t>
            </a:r>
          </a:p>
        </p:txBody>
      </p:sp>
      <p:pic>
        <p:nvPicPr>
          <p:cNvPr id="4" name="Symbol zastępczy zawartości 3">
            <a:extLst>
              <a:ext uri="{FF2B5EF4-FFF2-40B4-BE49-F238E27FC236}">
                <a16:creationId xmlns:a16="http://schemas.microsoft.com/office/drawing/2014/main" id="{1B9D8BE9-AF19-4D67-B2C6-DDC82E8BC6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90356"/>
            <a:ext cx="10515600" cy="679610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94B86375-1E9A-4D31-B281-7E4B66C3A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0932" y="2569634"/>
            <a:ext cx="8475133" cy="409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3471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0A52B4F-ED34-42CA-816C-219DBE370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7" y="46565"/>
            <a:ext cx="10515600" cy="1325563"/>
          </a:xfrm>
        </p:spPr>
        <p:txBody>
          <a:bodyPr/>
          <a:lstStyle/>
          <a:p>
            <a:r>
              <a:rPr lang="pl-PL" dirty="0"/>
              <a:t>Definiowanie stylów cd.</a:t>
            </a:r>
          </a:p>
        </p:txBody>
      </p:sp>
      <p:pic>
        <p:nvPicPr>
          <p:cNvPr id="4" name="Symbol zastępczy zawartości 3">
            <a:extLst>
              <a:ext uri="{FF2B5EF4-FFF2-40B4-BE49-F238E27FC236}">
                <a16:creationId xmlns:a16="http://schemas.microsoft.com/office/drawing/2014/main" id="{F5B324AA-D400-4D13-AC62-C5C239E0B8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667" y="1146065"/>
            <a:ext cx="10515600" cy="2083194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728D9EE3-ACCA-4E05-8030-A1EF1EC82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939919"/>
            <a:ext cx="3705742" cy="2676899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8708FBBB-DFD2-44B6-B996-E5D705381F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4453" y="3229259"/>
            <a:ext cx="5858693" cy="351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7324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C4BF62A-98A2-41C5-9A1E-1C5489F28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049059"/>
            <a:ext cx="3445933" cy="1325563"/>
          </a:xfrm>
        </p:spPr>
        <p:txBody>
          <a:bodyPr/>
          <a:lstStyle/>
          <a:p>
            <a:r>
              <a:rPr lang="pl-PL" dirty="0"/>
              <a:t>Definiowanie stylów cd.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737CD341-42F3-49BC-9638-CC66CB199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854" y="2401120"/>
            <a:ext cx="5134692" cy="3410426"/>
          </a:xfrm>
          <a:prstGeom prst="rect">
            <a:avLst/>
          </a:prstGeom>
        </p:spPr>
      </p:pic>
      <p:sp>
        <p:nvSpPr>
          <p:cNvPr id="7" name="Symbol zastępczy zawartości 6">
            <a:extLst>
              <a:ext uri="{FF2B5EF4-FFF2-40B4-BE49-F238E27FC236}">
                <a16:creationId xmlns:a16="http://schemas.microsoft.com/office/drawing/2014/main" id="{0E0FDA85-F586-4A09-B4F8-C7108D03A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11545"/>
            <a:ext cx="838200" cy="36541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pl-PL" dirty="0"/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9DD55C45-719E-440A-8D49-F49E82943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50" y="272443"/>
            <a:ext cx="10926700" cy="11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7839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0A1D2B5-4708-4426-B020-82B2196E6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DOM - </a:t>
            </a:r>
            <a:r>
              <a:rPr lang="pl-PL" dirty="0" err="1"/>
              <a:t>Document</a:t>
            </a:r>
            <a:r>
              <a:rPr lang="pl-PL" dirty="0"/>
              <a:t> Object Model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DD29D99-6C60-4861-9AD9-90F01F5E9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1200"/>
            <a:ext cx="10515600" cy="4419599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l-PL" dirty="0"/>
              <a:t>DOM (</a:t>
            </a:r>
            <a:r>
              <a:rPr lang="pl-PL" dirty="0" err="1"/>
              <a:t>Document</a:t>
            </a:r>
            <a:r>
              <a:rPr lang="pl-PL" dirty="0"/>
              <a:t> Object Model) to interfejs programistyczny dla dokumentów HTML i XML.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l-PL" dirty="0"/>
              <a:t>Ma  drzewiastą strukturę (hierarchię), w której każdy element (np. nagłówek, akapit, obrazek), atrybut i tekst na stronie internetowej jest reprezentowany jako obiekt (węzeł).</a:t>
            </a:r>
          </a:p>
        </p:txBody>
      </p:sp>
    </p:spTree>
    <p:extLst>
      <p:ext uri="{BB962C8B-B14F-4D97-AF65-F5344CB8AC3E}">
        <p14:creationId xmlns:p14="http://schemas.microsoft.com/office/powerpoint/2010/main" val="3741766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F68EE10-022F-4279-AF20-E283D7FA0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DOM- </a:t>
            </a:r>
            <a:r>
              <a:rPr lang="pl-PL" dirty="0" err="1"/>
              <a:t>Document</a:t>
            </a:r>
            <a:r>
              <a:rPr lang="pl-PL" dirty="0"/>
              <a:t> Object Model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FCF4F3AB-C627-43F6-8650-6598097124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400" y="1278288"/>
            <a:ext cx="8737599" cy="5542688"/>
          </a:xfrm>
        </p:spPr>
      </p:pic>
    </p:spTree>
    <p:extLst>
      <p:ext uri="{BB962C8B-B14F-4D97-AF65-F5344CB8AC3E}">
        <p14:creationId xmlns:p14="http://schemas.microsoft.com/office/powerpoint/2010/main" val="29205716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AC6F66C-CEFE-4E6D-A14A-38FB3FA8E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Węzły – elementy HTML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27F2153-A15D-4904-9D6E-FDDC1A44E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1" y="2201333"/>
            <a:ext cx="10591799" cy="4038600"/>
          </a:xfrm>
        </p:spPr>
        <p:txBody>
          <a:bodyPr/>
          <a:lstStyle/>
          <a:p>
            <a:pPr marL="0" indent="0">
              <a:buNone/>
            </a:pPr>
            <a:r>
              <a:rPr lang="pl-PL" dirty="0"/>
              <a:t>Z poziomu JavaScript możemy mieć dostęp do węzłów, w tym</a:t>
            </a:r>
          </a:p>
          <a:p>
            <a:pPr>
              <a:buFontTx/>
              <a:buChar char="-"/>
            </a:pPr>
            <a:r>
              <a:rPr lang="pl-PL" dirty="0"/>
              <a:t>Przeglądać węzły</a:t>
            </a:r>
          </a:p>
          <a:p>
            <a:pPr>
              <a:buFontTx/>
              <a:buChar char="-"/>
            </a:pPr>
            <a:r>
              <a:rPr lang="pl-PL" dirty="0"/>
              <a:t>Pobierać wartości węzłów</a:t>
            </a:r>
          </a:p>
          <a:p>
            <a:pPr>
              <a:buFontTx/>
              <a:buChar char="-"/>
            </a:pPr>
            <a:r>
              <a:rPr lang="pl-PL" dirty="0"/>
              <a:t>Modyfikować</a:t>
            </a:r>
          </a:p>
          <a:p>
            <a:pPr>
              <a:buFontTx/>
              <a:buChar char="-"/>
            </a:pPr>
            <a:r>
              <a:rPr lang="pl-PL" dirty="0"/>
              <a:t>Tworzyć</a:t>
            </a:r>
          </a:p>
          <a:p>
            <a:pPr>
              <a:buFontTx/>
              <a:buChar char="-"/>
            </a:pPr>
            <a:r>
              <a:rPr lang="pl-PL" dirty="0"/>
              <a:t>Dodawać we wskazane miejsce</a:t>
            </a:r>
          </a:p>
          <a:p>
            <a:pPr>
              <a:buFontTx/>
              <a:buChar char="-"/>
            </a:pPr>
            <a:r>
              <a:rPr lang="pl-PL" dirty="0"/>
              <a:t>Usuwać</a:t>
            </a:r>
          </a:p>
          <a:p>
            <a:pPr>
              <a:buFontTx/>
              <a:buChar char="-"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0095922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F7CF496-7303-47EC-BFBD-5FB177B7F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Z arkusza</a:t>
            </a:r>
          </a:p>
        </p:txBody>
      </p:sp>
      <p:pic>
        <p:nvPicPr>
          <p:cNvPr id="4" name="Symbol zastępczy zawartości 3">
            <a:extLst>
              <a:ext uri="{FF2B5EF4-FFF2-40B4-BE49-F238E27FC236}">
                <a16:creationId xmlns:a16="http://schemas.microsoft.com/office/drawing/2014/main" id="{2532BDE9-6DB4-4E34-9DB2-5C01BFC79C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51942"/>
            <a:ext cx="10515600" cy="3698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2275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50BFC91-BE87-43A8-A8BE-A3F2C5B74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Tworzenie elementu HTML </a:t>
            </a:r>
          </a:p>
        </p:txBody>
      </p:sp>
      <p:pic>
        <p:nvPicPr>
          <p:cNvPr id="4" name="Symbol zastępczy zawartości 3">
            <a:extLst>
              <a:ext uri="{FF2B5EF4-FFF2-40B4-BE49-F238E27FC236}">
                <a16:creationId xmlns:a16="http://schemas.microsoft.com/office/drawing/2014/main" id="{F2548DB5-1D24-4B65-B87E-01123B81FB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2443" y="1624226"/>
            <a:ext cx="6368890" cy="872136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10BBF416-5954-433B-ACFF-52A1C4E87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949" y="3052232"/>
            <a:ext cx="11336102" cy="95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181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66265D3-8336-4C8C-84B5-F8D14336C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Skrypty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CBD5CEC-BF91-4E3F-AFE8-02704097A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177" y="4445127"/>
            <a:ext cx="10937623" cy="22181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Trzeba stworzyć trzy węzły (obiekty, elementy HTML)</a:t>
            </a:r>
          </a:p>
          <a:p>
            <a:pPr>
              <a:buFontTx/>
              <a:buChar char="-"/>
            </a:pPr>
            <a:r>
              <a:rPr lang="pl-PL" dirty="0"/>
              <a:t>blok czyli div</a:t>
            </a:r>
          </a:p>
          <a:p>
            <a:pPr>
              <a:buFontTx/>
              <a:buChar char="-"/>
            </a:pPr>
            <a:r>
              <a:rPr lang="pl-PL" dirty="0"/>
              <a:t>paragraf czyli p</a:t>
            </a:r>
          </a:p>
          <a:p>
            <a:pPr>
              <a:buFontTx/>
              <a:buChar char="-"/>
            </a:pPr>
            <a:r>
              <a:rPr lang="pl-PL" dirty="0"/>
              <a:t>obraz czyli </a:t>
            </a:r>
            <a:r>
              <a:rPr lang="pl-PL" dirty="0" err="1"/>
              <a:t>img</a:t>
            </a:r>
            <a:endParaRPr lang="pl-PL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5A791022-6CA3-4FDA-9164-B0F68839A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844" y="2153380"/>
            <a:ext cx="11545911" cy="18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7202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B7495B7-3CA0-4E06-A192-3C3C33CD8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Tworzenie elementów</a:t>
            </a:r>
          </a:p>
        </p:txBody>
      </p:sp>
      <p:pic>
        <p:nvPicPr>
          <p:cNvPr id="4" name="Symbol zastępczy zawartości 3">
            <a:extLst>
              <a:ext uri="{FF2B5EF4-FFF2-40B4-BE49-F238E27FC236}">
                <a16:creationId xmlns:a16="http://schemas.microsoft.com/office/drawing/2014/main" id="{0D13658C-E3FC-46F5-8598-E170376D56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1388" y="3234424"/>
            <a:ext cx="10109485" cy="2226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8357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4908E15-1EB5-46B6-8575-441C835D7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Dodanie klasy i inne ustawienia związane z elementami </a:t>
            </a:r>
          </a:p>
        </p:txBody>
      </p:sp>
      <p:pic>
        <p:nvPicPr>
          <p:cNvPr id="7" name="Symbol zastępczy zawartości 6">
            <a:extLst>
              <a:ext uri="{FF2B5EF4-FFF2-40B4-BE49-F238E27FC236}">
                <a16:creationId xmlns:a16="http://schemas.microsoft.com/office/drawing/2014/main" id="{BC8D77F0-7084-490C-AE91-12C61BCCFC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2733" y="1690688"/>
            <a:ext cx="10515600" cy="1150409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E02D5703-3B25-44C5-A12B-FA3BB7A9A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316" y="3158945"/>
            <a:ext cx="10642430" cy="3123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1572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196A15B-26E9-48C9-8852-6E634EBAC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Dołożenie węzła do DOM</a:t>
            </a:r>
          </a:p>
        </p:txBody>
      </p:sp>
      <p:pic>
        <p:nvPicPr>
          <p:cNvPr id="4" name="Symbol zastępczy zawartości 3">
            <a:extLst>
              <a:ext uri="{FF2B5EF4-FFF2-40B4-BE49-F238E27FC236}">
                <a16:creationId xmlns:a16="http://schemas.microsoft.com/office/drawing/2014/main" id="{A3ADCD68-A64E-4AD3-9896-1EDC1F75AA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7467" y="1690688"/>
            <a:ext cx="10515600" cy="896216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25D1730F-9EDD-4FF2-924C-DDC2E05C3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591" y="2999318"/>
            <a:ext cx="10823200" cy="2639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3808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B4BB5F3-5DE9-47C9-8442-548038810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Przewijanie</a:t>
            </a:r>
          </a:p>
        </p:txBody>
      </p:sp>
      <p:pic>
        <p:nvPicPr>
          <p:cNvPr id="4" name="Symbol zastępczy zawartości 3">
            <a:extLst>
              <a:ext uri="{FF2B5EF4-FFF2-40B4-BE49-F238E27FC236}">
                <a16:creationId xmlns:a16="http://schemas.microsoft.com/office/drawing/2014/main" id="{C39567C0-39FB-475A-8A78-69B25027DC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3890" y="1690688"/>
            <a:ext cx="10459910" cy="409632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5EB7AB8B-2207-499C-A959-F0760C1A3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64" y="2167969"/>
            <a:ext cx="11688806" cy="371527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F6C73E50-FD3D-4C38-9CE1-40F4A2EE1D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33" y="3016251"/>
            <a:ext cx="10384361" cy="253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7985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5568FB2-0D71-4052-AA09-97FEF625B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Druga funkcja</a:t>
            </a:r>
          </a:p>
        </p:txBody>
      </p:sp>
      <p:pic>
        <p:nvPicPr>
          <p:cNvPr id="4" name="Symbol zastępczy zawartości 3">
            <a:extLst>
              <a:ext uri="{FF2B5EF4-FFF2-40B4-BE49-F238E27FC236}">
                <a16:creationId xmlns:a16="http://schemas.microsoft.com/office/drawing/2014/main" id="{8F841EF4-C958-405E-A12C-BD90F9DCAD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3029793"/>
            <a:ext cx="10515600" cy="3179135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BCA75A1F-15E4-44C6-BC84-1D70E831C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413" y="1590599"/>
            <a:ext cx="11279174" cy="108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3312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E24DDC1-8355-46C3-90A3-F01FD8D04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Przygotowanie tablicy</a:t>
            </a:r>
          </a:p>
        </p:txBody>
      </p:sp>
      <p:pic>
        <p:nvPicPr>
          <p:cNvPr id="4" name="Symbol zastępczy zawartości 3">
            <a:extLst>
              <a:ext uri="{FF2B5EF4-FFF2-40B4-BE49-F238E27FC236}">
                <a16:creationId xmlns:a16="http://schemas.microsoft.com/office/drawing/2014/main" id="{70C04A6D-CE85-443B-AACE-58D8884439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4073" y="1886449"/>
            <a:ext cx="7363853" cy="422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0200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8BD8F35-0DD6-455E-8D7F-74DEA1898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Wypowiedź Krzysztofa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39386253-53C1-49EB-BE1F-676B594513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5268" y="3581400"/>
            <a:ext cx="8106248" cy="2023533"/>
          </a:xfrm>
          <a:prstGeom prst="rect">
            <a:avLst/>
          </a:prstGeom>
        </p:spPr>
      </p:pic>
      <p:pic>
        <p:nvPicPr>
          <p:cNvPr id="4" name="Obraz 3">
            <a:extLst>
              <a:ext uri="{FF2B5EF4-FFF2-40B4-BE49-F238E27FC236}">
                <a16:creationId xmlns:a16="http://schemas.microsoft.com/office/drawing/2014/main" id="{24DFAECF-3C4E-4DFF-A0CE-E3B342F6B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18219"/>
            <a:ext cx="9412126" cy="650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4071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4A51A59-C7F9-4A9E-85B0-48E9C6DBC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514600" cy="5426075"/>
          </a:xfrm>
        </p:spPr>
        <p:txBody>
          <a:bodyPr/>
          <a:lstStyle/>
          <a:p>
            <a:r>
              <a:rPr lang="pl-PL" dirty="0"/>
              <a:t> Krzysztof – cały skrypt</a:t>
            </a:r>
          </a:p>
        </p:txBody>
      </p:sp>
      <p:pic>
        <p:nvPicPr>
          <p:cNvPr id="4" name="Symbol zastępczy zawartości 3">
            <a:extLst>
              <a:ext uri="{FF2B5EF4-FFF2-40B4-BE49-F238E27FC236}">
                <a16:creationId xmlns:a16="http://schemas.microsoft.com/office/drawing/2014/main" id="{B6732CB6-505C-48BF-89B0-7B3F7B7717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50071" y="0"/>
            <a:ext cx="64419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9044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E753BA3-E961-4D44-99D6-7B018CDCD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759FC73-489A-4226-8E9D-AB9BD4DF4A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93781192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210</Words>
  <Application>Microsoft Office PowerPoint</Application>
  <PresentationFormat>Panoramiczny</PresentationFormat>
  <Paragraphs>50</Paragraphs>
  <Slides>34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34</vt:i4>
      </vt:variant>
    </vt:vector>
  </HeadingPairs>
  <TitlesOfParts>
    <vt:vector size="39" baseType="lpstr">
      <vt:lpstr>Arial</vt:lpstr>
      <vt:lpstr>Calibri</vt:lpstr>
      <vt:lpstr>Calibri Light</vt:lpstr>
      <vt:lpstr>Wingdings</vt:lpstr>
      <vt:lpstr>Motyw pakietu Office</vt:lpstr>
      <vt:lpstr> INF.03-02-24.06-SG </vt:lpstr>
      <vt:lpstr>Grafika</vt:lpstr>
      <vt:lpstr>Witryna - początek</vt:lpstr>
      <vt:lpstr>Podział strony na bloki</vt:lpstr>
      <vt:lpstr>Baner</vt:lpstr>
      <vt:lpstr>Blok boczny</vt:lpstr>
      <vt:lpstr>Blok boczny</vt:lpstr>
      <vt:lpstr>Blok główny</vt:lpstr>
      <vt:lpstr>Aktualny widok witryny:</vt:lpstr>
      <vt:lpstr>Blok czatu</vt:lpstr>
      <vt:lpstr>Stop</vt:lpstr>
      <vt:lpstr>CSS</vt:lpstr>
      <vt:lpstr>Definiowanie stylów</vt:lpstr>
      <vt:lpstr>Definiowanie stylów cd.</vt:lpstr>
      <vt:lpstr>Definiowanie stylów cd.</vt:lpstr>
      <vt:lpstr>Definiowanie stylów cd.</vt:lpstr>
      <vt:lpstr>Definiowanie stylów cd.</vt:lpstr>
      <vt:lpstr>Definiowanie stylów cd.</vt:lpstr>
      <vt:lpstr>Definiowanie stylów cd.</vt:lpstr>
      <vt:lpstr>DOM - Document Object Model</vt:lpstr>
      <vt:lpstr>DOM- Document Object Model</vt:lpstr>
      <vt:lpstr>Węzły – elementy HTML</vt:lpstr>
      <vt:lpstr>Z arkusza</vt:lpstr>
      <vt:lpstr>Tworzenie elementu HTML </vt:lpstr>
      <vt:lpstr>Skrypty</vt:lpstr>
      <vt:lpstr>Tworzenie elementów</vt:lpstr>
      <vt:lpstr>Dodanie klasy i inne ustawienia związane z elementami </vt:lpstr>
      <vt:lpstr>Dołożenie węzła do DOM</vt:lpstr>
      <vt:lpstr>Przewijanie</vt:lpstr>
      <vt:lpstr>Druga funkcja</vt:lpstr>
      <vt:lpstr>Przygotowanie tablicy</vt:lpstr>
      <vt:lpstr>Wypowiedź Krzysztofa</vt:lpstr>
      <vt:lpstr> Krzysztof – cały skrypt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INF.03-02-24.06-SG</dc:title>
  <dc:creator>KKZ - M</dc:creator>
  <cp:lastModifiedBy>KKZ - M</cp:lastModifiedBy>
  <cp:revision>17</cp:revision>
  <dcterms:created xsi:type="dcterms:W3CDTF">2025-10-18T07:05:50Z</dcterms:created>
  <dcterms:modified xsi:type="dcterms:W3CDTF">2025-10-18T10:58:15Z</dcterms:modified>
</cp:coreProperties>
</file>